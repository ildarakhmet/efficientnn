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4474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097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02124"/>
                </a:solidFill>
              </a:rPr>
              <a:t>Воспроизведение Lion optimizer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21792" y="18288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F6368"/>
                </a:solidFill>
              </a:rPr>
              <a:t>по статье “Symbolic Discovery of Optimization Algorithms”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21792" y="2423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</a:rPr>
              <a:t>Задача: объяснить идею статьи и проверить Lion на CIFAR-10 / ResNet18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3154680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EAF2FF"/>
          </a:solidFill>
          <a:ln w="12700">
            <a:solidFill>
              <a:srgbClr val="2563EB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36976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CIFAR-10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65960" y="3154680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EAF8EE"/>
          </a:solidFill>
          <a:ln w="12700">
            <a:solidFill>
              <a:srgbClr val="16A34A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39112" y="323697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</a:rPr>
              <a:t>ResNet18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3154680"/>
            <a:ext cx="1600200" cy="329184"/>
          </a:xfrm>
          <a:prstGeom prst="roundRect">
            <a:avLst>
              <a:gd name="adj" fmla="val 22222"/>
            </a:avLst>
          </a:prstGeom>
          <a:solidFill>
            <a:srgbClr val="F3E8FF"/>
          </a:solidFill>
          <a:ln w="12700">
            <a:solidFill>
              <a:srgbClr val="7C3AED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0712" y="3236976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</a:rPr>
              <a:t>AdamW vs Lion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74920" y="3154680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FFF2E8"/>
          </a:solidFill>
          <a:ln w="12700">
            <a:solidFill>
              <a:srgbClr val="F97316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48072" y="3236976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7316"/>
                </a:solidFill>
              </a:rPr>
              <a:t>30 эпох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" y="4663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2124"/>
                </a:solidFill>
              </a:rPr>
              <a:t>Краткий вывод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85800" y="5143500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" y="50749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</a:rPr>
              <a:t>Lion дал качество близкое к AdamW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5509260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" y="544068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</a:rPr>
              <a:t>Состояние оптимизатора занимает примерно в 2 раза меньше памяти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5875020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" y="580644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</a:rPr>
              <a:t>На batch=1024 в моём сетапе AdamW оказался сильнее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0A6"/>
                </a:solidFill>
              </a:rPr>
              <a:t>Lion reproduction · slide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2124"/>
                </a:solidFill>
              </a:rPr>
              <a:t>О чём статья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</a:rPr>
              <a:t>Коротко, без углубления в весь evolutionary search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9105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34440" y="149961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124"/>
                </a:solidFill>
              </a:rPr>
              <a:t>Авторы ищут оптимизатор как маленькую программу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243584" y="197053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89888" y="1901952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</a:rPr>
              <a:t>Не человек вручную придумывает формулу, а search перебирает и мутирует правила обновления весов.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2788920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87121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34440" y="277977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124"/>
                </a:solidFill>
              </a:rPr>
              <a:t>Полный search очень дорогой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243584" y="3250692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89888" y="3182112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</a:rPr>
              <a:t>В рамках ДЗ я не воспроизводил поиск. Это потребовало бы огромного compute budget.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406908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15137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34440" y="405993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124"/>
                </a:solidFill>
              </a:rPr>
              <a:t>Воспроизводим найденный результат — Lion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243584" y="4530852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89888" y="4462272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</a:rPr>
              <a:t>Проверяем качество, стабильность, память optimizer state и поведение на разных batch size.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571500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124"/>
                </a:solidFill>
              </a:rPr>
              <a:t>Мой фокус: не “повторить всю статью”, а проверить её центральный практический результат.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0A6"/>
                </a:solidFill>
              </a:rPr>
              <a:t>Lion reproduction · slide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2124"/>
                </a:solidFill>
              </a:rPr>
              <a:t>Что такое Lion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</a:rPr>
              <a:t>Главная формула и почему он экономит память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124"/>
                </a:solidFill>
              </a:rPr>
              <a:t>AdamW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96112" y="17190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</a:rPr>
              <a:t>хранит два состояния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" y="2194560"/>
            <a:ext cx="2194560" cy="502920"/>
          </a:xfrm>
          <a:prstGeom prst="rect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34086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</a:rPr>
              <a:t>m = EMA(g)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2971800"/>
            <a:ext cx="2194560" cy="502920"/>
          </a:xfrm>
          <a:prstGeom prst="rect">
            <a:avLst/>
          </a:prstGeom>
          <a:solidFill>
            <a:srgbClr val="FFF2E8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11810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</a:rPr>
              <a:t>v = EMA(g²)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124"/>
                </a:solidFill>
              </a:rPr>
              <a:t>Lion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28032" y="171907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</a:rPr>
              <a:t>хранит одно состояние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92040" y="2194560"/>
            <a:ext cx="2194560" cy="502920"/>
          </a:xfrm>
          <a:prstGeom prst="rect">
            <a:avLst/>
          </a:prstGeom>
          <a:solidFill>
            <a:srgbClr val="F3E8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34086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</a:rPr>
              <a:t>m = EMA(g)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0" y="2331720"/>
            <a:ext cx="914400" cy="320040"/>
          </a:xfrm>
          <a:prstGeom prst="chevron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1392" y="23591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</a:rPr>
              <a:t>sign(update)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51960" y="397764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124"/>
                </a:solidFill>
              </a:rPr>
              <a:t>update = sign(β₁·m + (1−β₁)·g)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400" y="4892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Идея: используем направление, а не точную величину градиента. Поэтому lr у Lion обычно берут меньше, чем у AdamW.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0A6"/>
                </a:solidFill>
              </a:rPr>
              <a:t>Lion reproduction · slide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2124"/>
                </a:solidFill>
              </a:rPr>
              <a:t>План воспроизведения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</a:rPr>
              <a:t>Что я реально проверял в домашней работе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1945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81912" y="1143000"/>
            <a:ext cx="493776" cy="49377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81912" y="127101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0665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124"/>
                </a:solidFill>
              </a:rPr>
              <a:t>1. Код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57860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</a:rPr>
              <a:t>Своя реализация Lion на PyTorch Optimizer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11880" y="1828800"/>
            <a:ext cx="21945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7780">
            <a:solidFill>
              <a:srgbClr val="16A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62272" y="1143000"/>
            <a:ext cx="493776" cy="49377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2272" y="127101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0" y="20665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124"/>
                </a:solidFill>
              </a:rPr>
              <a:t>2. Эксперимент 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76472" y="257860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</a:rPr>
              <a:t>ResNet18 + CIFAR-10, 5 оптимизаторов, batch=128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92240" y="1828800"/>
            <a:ext cx="21945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7780">
            <a:solidFill>
              <a:srgbClr val="F973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42632" y="1143000"/>
            <a:ext cx="493776" cy="49377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42632" y="127101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9400" y="20665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124"/>
                </a:solidFill>
              </a:rPr>
              <a:t>3. Эксперимент 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56832" y="257860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</a:rPr>
              <a:t>AdamW vs Lion при batch 32, 128, 1024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372600" y="1828800"/>
            <a:ext cx="21945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22992" y="1143000"/>
            <a:ext cx="493776" cy="4937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22992" y="127101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509760" y="20665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124"/>
                </a:solidFill>
              </a:rPr>
              <a:t>4. Выводы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537192" y="257860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</a:rPr>
              <a:t>Accuracy, loss, память состояния оптимизатора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4983480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124"/>
                </a:solidFill>
              </a:rPr>
              <a:t>Что я не делал: не повторял автоматический поиск оптимизатора из статьи. Это отдельная большая computational задача.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0A6"/>
                </a:solidFill>
              </a:rPr>
              <a:t>Lion reproduction · slide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2124"/>
                </a:solidFill>
              </a:rPr>
              <a:t>Эксперимент 1: пять оптимизаторов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</a:rPr>
              <a:t>ResNet18 + CIFAR-10, batch size = 128, 30 эпох</a:t>
            </a:r>
            <a:endParaRPr lang="en-US" sz="1100" dirty="0"/>
          </a:p>
        </p:txBody>
      </p:sp>
      <p:pic>
        <p:nvPicPr>
          <p:cNvPr id="4" name="Image 0" descr="/mnt/data/results_in/results/experiment_1/optimizer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67166"/>
            <a:ext cx="6858000" cy="489857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2668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2124"/>
                </a:solidFill>
              </a:rPr>
              <a:t>Главные числа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772400" y="1714500"/>
            <a:ext cx="73152" cy="7315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18704" y="1645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</a:rPr>
              <a:t>AdamW: best val acc 91.16%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72400" y="2125980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18704" y="2057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</a:rPr>
              <a:t>Lion: best val acc 90.96%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72400" y="2537460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18704" y="24688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</a:rPr>
              <a:t>Lion: final acc 90.30%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772400" y="2948940"/>
            <a:ext cx="73152" cy="7315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18704" y="28803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</a:rPr>
              <a:t>AdamW: final acc 89.91%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726680" y="3886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2124"/>
                </a:solidFill>
              </a:rPr>
              <a:t>Интерпретация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772400" y="43434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</a:rPr>
              <a:t>Lion не “разносит” AdamW, но даёт очень близкое качество и выглядит стабильным. Это уже хороший reproduction результата статьи.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0A6"/>
                </a:solidFill>
              </a:rPr>
              <a:t>Lion reproduction · slide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2124"/>
                </a:solidFill>
              </a:rPr>
              <a:t>Самое чистое подтверждение: память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</a:rPr>
              <a:t>Optimizer state memory для AdamW и Lion</a:t>
            </a:r>
            <a:endParaRPr lang="en-US" sz="1100" dirty="0"/>
          </a:p>
        </p:txBody>
      </p:sp>
      <p:pic>
        <p:nvPicPr>
          <p:cNvPr id="4" name="Image 0" descr="/mnt/data/results_in/results/experiment_2/optimizer_state_mem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23851"/>
            <a:ext cx="4846320" cy="34616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0" y="13258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2124"/>
                </a:solidFill>
              </a:rPr>
              <a:t>Почему так вышло?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492240" y="2034540"/>
            <a:ext cx="73152" cy="7315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38544" y="19659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AdamW хранит два состояния: m и v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92240" y="2583180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38544" y="25146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Lion хранит только momentum m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92240" y="3131820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38544" y="30632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На моей модели: 85.25 MB против 42.63 MB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46520" y="40690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</a:rPr>
              <a:t>Здесь результат почти идеально совпал с идеей статьи: Lion требует примерно в 2 раза меньше памяти под состояние оптимизатора.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0A6"/>
                </a:solidFill>
              </a:rPr>
              <a:t>Lion reproduction · slide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2124"/>
                </a:solidFill>
              </a:rPr>
              <a:t>Эксперимент 2: batch size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</a:rPr>
              <a:t>AdamW и Lion при batch 32, 128, 1024</a:t>
            </a:r>
            <a:endParaRPr lang="en-US" sz="1100" dirty="0"/>
          </a:p>
        </p:txBody>
      </p:sp>
      <p:pic>
        <p:nvPicPr>
          <p:cNvPr id="4" name="Image 0" descr="/mnt/data/results_in/results/experiment_2/best_val_accuracy_vs_b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80185"/>
            <a:ext cx="5212080" cy="3257550"/>
          </a:xfrm>
          <a:prstGeom prst="rect">
            <a:avLst/>
          </a:prstGeom>
        </p:spPr>
      </p:pic>
      <p:pic>
        <p:nvPicPr>
          <p:cNvPr id="5" name="Image 1" descr="/mnt/data/results_in/results/experiment_2/final_val_accuracy_vs_bat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480185"/>
            <a:ext cx="5212080" cy="32575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4400" y="5486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02124"/>
                </a:solidFill>
              </a:rPr>
              <a:t>Кратко: на batch=1024 Lion стал хуже AdamW. Claim про большие batch в этом маленьком сетапе не подтвердился.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0A6"/>
                </a:solidFill>
              </a:rPr>
              <a:t>Lion reproduction · slide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2124"/>
                </a:solidFill>
              </a:rPr>
              <a:t>Почему batch=1024 мог не подтвердить статью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</a:rPr>
              <a:t>Это не провал, а нормальное ограничение маленького воспроизведения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68680" y="1485900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4984" y="14173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В статье сильные результаты Lion часто показаны на больших моделях: ViT, LLM, diffusion.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125980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20574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У меня маленький setup: CIFAR-10 + ResNet18 + 30 эпох.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2766060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4984" y="2697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Для Lion могли быть не идеально подобраны learning rate и weight decay под batch=1024.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3406140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4984" y="33375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Batch=1024 даёт меньше optimizer steps за эпоху, поэтому обучение может требовать другой schedule.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05840" y="4434840"/>
            <a:ext cx="9966960" cy="0"/>
          </a:xfrm>
          <a:prstGeom prst="line">
            <a:avLst/>
          </a:prstGeom>
          <a:noFill/>
          <a:ln w="15240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2124"/>
                </a:solidFill>
              </a:rPr>
              <a:t>Что я бы написал в отчёте: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257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</a:rPr>
              <a:t>“В нашей задаче Lion подтвердил экономию памяти и дал качество близкое к AdamW, но улучшение на больших batch не воспроизвелось. Скорее всего, эффект статьи сильнее проявляется на более крупных моделях и при более тщательном подборе гиперпараметров.”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0A6"/>
                </a:solidFill>
              </a:rPr>
              <a:t>Lion reproduction · slide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2124"/>
                </a:solidFill>
              </a:rPr>
              <a:t>Что получилось в итоге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</a:rPr>
              <a:t>Мой вывод по работе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32918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651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</a:rPr>
              <a:t>Подтвердилось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51560" y="2400300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97864" y="2331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</a:rPr>
              <a:t>Lion обучает модель нормально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51560" y="2857500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97864" y="2788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</a:rPr>
              <a:t>Качество близкое к AdamW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51560" y="3314700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97864" y="3246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</a:rPr>
              <a:t>Память state ≈ в 2 раза меньше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80560" y="1325880"/>
            <a:ext cx="32918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651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</a:rPr>
              <a:t>Не подтвердилось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709160" y="2400300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55464" y="2331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</a:rPr>
              <a:t>Batch=1024 не дал преимущество Lion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857500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55464" y="2788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</a:rPr>
              <a:t>Время эпохи не стало меньше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3314700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5464" y="3246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</a:rPr>
              <a:t>Нужен подбор LR/WD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38160" y="1325880"/>
            <a:ext cx="32918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651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Что дальше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366760" y="2400300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13064" y="2331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</a:rPr>
              <a:t>Проверить Swin/ViT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366760" y="2857500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13064" y="2788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</a:rPr>
              <a:t>Сделать несколько seed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366760" y="3314700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13064" y="3246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</a:rPr>
              <a:t>Подобрать параметры Lion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88720" y="53492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0A6"/>
                </a:solidFill>
              </a:rPr>
              <a:t>Lion reproduction · slide 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680</Words>
  <Application>Microsoft Office PowerPoint</Application>
  <PresentationFormat>Широкоэкранный</PresentationFormat>
  <Paragraphs>109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ITMO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Lion optimizer reproduction</dc:title>
  <dc:subject>Lion optimizer reproduction</dc:subject>
  <dc:creator>Student</dc:creator>
  <cp:lastModifiedBy>ildar</cp:lastModifiedBy>
  <cp:revision>2</cp:revision>
  <dcterms:created xsi:type="dcterms:W3CDTF">2026-10-10T20:38:07Z</dcterms:created>
  <dcterms:modified xsi:type="dcterms:W3CDTF">2026-10-10T20:41:57Z</dcterms:modified>
</cp:coreProperties>
</file>